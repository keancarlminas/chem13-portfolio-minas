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6858000" cy="9144000"/>
  <p:embeddedFontLst>
    <p:embeddedFont>
      <p:font typeface="Brick Sans" charset="1" panose="00000000000000000000"/>
      <p:regular r:id="rId16"/>
    </p:embeddedFont>
    <p:embeddedFont>
      <p:font typeface="Cristik" charset="1" panose="02000503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7540" y="309715"/>
            <a:ext cx="1782387" cy="1194218"/>
            <a:chOff x="0" y="0"/>
            <a:chExt cx="2376516" cy="15922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</a:t>
              </a: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1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16408" y="507984"/>
            <a:ext cx="2059185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Propane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95673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19527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09436" y="2179840"/>
            <a:ext cx="2696982" cy="1494898"/>
          </a:xfrm>
          <a:custGeom>
            <a:avLst/>
            <a:gdLst/>
            <a:ahLst/>
            <a:cxnLst/>
            <a:rect r="r" b="b" t="t" l="l"/>
            <a:pathLst>
              <a:path h="1494898" w="2696982">
                <a:moveTo>
                  <a:pt x="0" y="0"/>
                </a:moveTo>
                <a:lnTo>
                  <a:pt x="2696982" y="0"/>
                </a:lnTo>
                <a:lnTo>
                  <a:pt x="2696982" y="1494899"/>
                </a:lnTo>
                <a:lnTo>
                  <a:pt x="0" y="1494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1445" y="1749756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749756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4481" y="241089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C₃H₈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5673" y="4175486"/>
            <a:ext cx="9500653" cy="2288088"/>
            <a:chOff x="0" y="0"/>
            <a:chExt cx="12667538" cy="3050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02400" cy="3050784"/>
            </a:xfrm>
            <a:custGeom>
              <a:avLst/>
              <a:gdLst/>
              <a:ahLst/>
              <a:cxnLst/>
              <a:rect r="r" b="b" t="t" l="l"/>
              <a:pathLst>
                <a:path h="3050784" w="5702400">
                  <a:moveTo>
                    <a:pt x="0" y="0"/>
                  </a:moveTo>
                  <a:lnTo>
                    <a:pt x="5702400" y="0"/>
                  </a:lnTo>
                  <a:lnTo>
                    <a:pt x="5702400" y="3050784"/>
                  </a:lnTo>
                  <a:lnTo>
                    <a:pt x="0" y="305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965138" y="0"/>
              <a:ext cx="5702400" cy="3050784"/>
            </a:xfrm>
            <a:custGeom>
              <a:avLst/>
              <a:gdLst/>
              <a:ahLst/>
              <a:cxnLst/>
              <a:rect r="r" b="b" t="t" l="l"/>
              <a:pathLst>
                <a:path h="3050784" w="5702400">
                  <a:moveTo>
                    <a:pt x="0" y="0"/>
                  </a:moveTo>
                  <a:lnTo>
                    <a:pt x="5702400" y="0"/>
                  </a:lnTo>
                  <a:lnTo>
                    <a:pt x="5702400" y="3050784"/>
                  </a:lnTo>
                  <a:lnTo>
                    <a:pt x="0" y="305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437588" y="1225257"/>
              <a:ext cx="2757499" cy="992700"/>
            </a:xfrm>
            <a:custGeom>
              <a:avLst/>
              <a:gdLst/>
              <a:ahLst/>
              <a:cxnLst/>
              <a:rect r="r" b="b" t="t" l="l"/>
              <a:pathLst>
                <a:path h="992700" w="2757499">
                  <a:moveTo>
                    <a:pt x="0" y="0"/>
                  </a:moveTo>
                  <a:lnTo>
                    <a:pt x="2757499" y="0"/>
                  </a:lnTo>
                  <a:lnTo>
                    <a:pt x="2757499" y="992700"/>
                  </a:lnTo>
                  <a:lnTo>
                    <a:pt x="0" y="99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03089" y="198446"/>
              <a:ext cx="5496222" cy="391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3"/>
                </a:lnSpc>
                <a:spcBef>
                  <a:spcPct val="0"/>
                </a:spcBef>
              </a:pPr>
              <a:r>
                <a:rPr lang="en-US" sz="170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condensed structural formula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199500" y="198446"/>
              <a:ext cx="3233675" cy="391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3"/>
                </a:lnSpc>
                <a:spcBef>
                  <a:spcPct val="0"/>
                </a:spcBef>
              </a:pPr>
              <a:r>
                <a:rPr lang="en-US" sz="170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Bond-line formula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68208" y="1130007"/>
              <a:ext cx="3299829" cy="756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7"/>
                </a:lnSpc>
                <a:spcBef>
                  <a:spcPct val="0"/>
                </a:spcBef>
              </a:pPr>
              <a:r>
                <a:rPr lang="en-US" sz="3262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Brick Sans"/>
                  <a:ea typeface="Brick Sans"/>
                  <a:cs typeface="Brick Sans"/>
                  <a:sym typeface="Brick Sans"/>
                </a:rPr>
                <a:t>CH₃CH₂CH₃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789" y="6710971"/>
            <a:ext cx="9534537" cy="715284"/>
            <a:chOff x="0" y="0"/>
            <a:chExt cx="12712717" cy="9537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2615" y="413441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36469" y="413441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62240" y="5015256"/>
            <a:ext cx="2713064" cy="975484"/>
          </a:xfrm>
          <a:custGeom>
            <a:avLst/>
            <a:gdLst/>
            <a:ahLst/>
            <a:cxnLst/>
            <a:rect r="r" b="b" t="t" l="l"/>
            <a:pathLst>
              <a:path h="975484" w="2713064">
                <a:moveTo>
                  <a:pt x="0" y="0"/>
                </a:moveTo>
                <a:lnTo>
                  <a:pt x="2713064" y="0"/>
                </a:lnTo>
                <a:lnTo>
                  <a:pt x="2713064" y="975483"/>
                </a:lnTo>
                <a:lnTo>
                  <a:pt x="0" y="975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44176" y="2055520"/>
            <a:ext cx="3027502" cy="1678101"/>
          </a:xfrm>
          <a:custGeom>
            <a:avLst/>
            <a:gdLst/>
            <a:ahLst/>
            <a:cxnLst/>
            <a:rect r="r" b="b" t="t" l="l"/>
            <a:pathLst>
              <a:path h="1678101" w="3027502">
                <a:moveTo>
                  <a:pt x="0" y="0"/>
                </a:moveTo>
                <a:lnTo>
                  <a:pt x="3027502" y="0"/>
                </a:lnTo>
                <a:lnTo>
                  <a:pt x="3027502" y="1678101"/>
                </a:lnTo>
                <a:lnTo>
                  <a:pt x="0" y="1678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8387" y="1756051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932" y="4255264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756051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271038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6408" y="507984"/>
            <a:ext cx="2059185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Ethanol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4481" y="241089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C₂H₆O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8772" y="4958106"/>
            <a:ext cx="2474872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CH₃CH₂OH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07540" y="309715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5673" y="6676702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573396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271059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573396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271059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50797" y="4776304"/>
            <a:ext cx="1614259" cy="1549689"/>
          </a:xfrm>
          <a:custGeom>
            <a:avLst/>
            <a:gdLst/>
            <a:ahLst/>
            <a:cxnLst/>
            <a:rect r="r" b="b" t="t" l="l"/>
            <a:pathLst>
              <a:path h="1549689" w="1614259">
                <a:moveTo>
                  <a:pt x="0" y="0"/>
                </a:moveTo>
                <a:lnTo>
                  <a:pt x="1614259" y="0"/>
                </a:lnTo>
                <a:lnTo>
                  <a:pt x="1614259" y="1549689"/>
                </a:lnTo>
                <a:lnTo>
                  <a:pt x="0" y="1549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04310" y="2036793"/>
            <a:ext cx="2907233" cy="1628050"/>
          </a:xfrm>
          <a:custGeom>
            <a:avLst/>
            <a:gdLst/>
            <a:ahLst/>
            <a:cxnLst/>
            <a:rect r="r" b="b" t="t" l="l"/>
            <a:pathLst>
              <a:path h="1628050" w="2907233">
                <a:moveTo>
                  <a:pt x="0" y="0"/>
                </a:moveTo>
                <a:lnTo>
                  <a:pt x="2907233" y="0"/>
                </a:lnTo>
                <a:lnTo>
                  <a:pt x="2907233" y="1628051"/>
                </a:lnTo>
                <a:lnTo>
                  <a:pt x="0" y="16280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6243" y="198047"/>
            <a:ext cx="1782387" cy="1194218"/>
            <a:chOff x="0" y="0"/>
            <a:chExt cx="2376516" cy="15922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03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1445" y="1731029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7798" y="4423459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5298" y="1731029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5298" y="4423459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16408" y="507984"/>
            <a:ext cx="2059185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Acetone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4481" y="2392168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C₃H₆O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1445" y="5094752"/>
            <a:ext cx="2474872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CH₃COCH₃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8731" y="6740122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18501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18501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83675" y="4627704"/>
            <a:ext cx="1986880" cy="1741310"/>
          </a:xfrm>
          <a:custGeom>
            <a:avLst/>
            <a:gdLst/>
            <a:ahLst/>
            <a:cxnLst/>
            <a:rect r="r" b="b" t="t" l="l"/>
            <a:pathLst>
              <a:path h="1741310" w="1986880">
                <a:moveTo>
                  <a:pt x="0" y="0"/>
                </a:moveTo>
                <a:lnTo>
                  <a:pt x="1986880" y="0"/>
                </a:lnTo>
                <a:lnTo>
                  <a:pt x="1986880" y="1741310"/>
                </a:lnTo>
                <a:lnTo>
                  <a:pt x="0" y="1741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48712" y="2055520"/>
            <a:ext cx="3018430" cy="1690321"/>
          </a:xfrm>
          <a:custGeom>
            <a:avLst/>
            <a:gdLst/>
            <a:ahLst/>
            <a:cxnLst/>
            <a:rect r="r" b="b" t="t" l="l"/>
            <a:pathLst>
              <a:path h="1690321" w="3018430">
                <a:moveTo>
                  <a:pt x="0" y="0"/>
                </a:moveTo>
                <a:lnTo>
                  <a:pt x="3018430" y="0"/>
                </a:lnTo>
                <a:lnTo>
                  <a:pt x="3018430" y="1690321"/>
                </a:lnTo>
                <a:lnTo>
                  <a:pt x="0" y="1690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1445" y="1749756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990" y="4321939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749756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321939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93231" y="507984"/>
            <a:ext cx="2905539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Acetic Acid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4481" y="241089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C₂H₄O₂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1445" y="5008704"/>
            <a:ext cx="2474872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CH₃COOH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6243" y="198047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1789" y="6682649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175486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59212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175486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06265" y="4618179"/>
            <a:ext cx="3303324" cy="1789301"/>
          </a:xfrm>
          <a:custGeom>
            <a:avLst/>
            <a:gdLst/>
            <a:ahLst/>
            <a:cxnLst/>
            <a:rect r="r" b="b" t="t" l="l"/>
            <a:pathLst>
              <a:path h="1789301" w="3303324">
                <a:moveTo>
                  <a:pt x="0" y="0"/>
                </a:moveTo>
                <a:lnTo>
                  <a:pt x="3303324" y="0"/>
                </a:lnTo>
                <a:lnTo>
                  <a:pt x="3303324" y="1789300"/>
                </a:lnTo>
                <a:lnTo>
                  <a:pt x="0" y="1789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49" y="2203328"/>
            <a:ext cx="3767555" cy="1447923"/>
          </a:xfrm>
          <a:custGeom>
            <a:avLst/>
            <a:gdLst/>
            <a:ahLst/>
            <a:cxnLst/>
            <a:rect r="r" b="b" t="t" l="l"/>
            <a:pathLst>
              <a:path h="1447923" w="3767555">
                <a:moveTo>
                  <a:pt x="0" y="0"/>
                </a:moveTo>
                <a:lnTo>
                  <a:pt x="3767555" y="0"/>
                </a:lnTo>
                <a:lnTo>
                  <a:pt x="3767555" y="1447923"/>
                </a:lnTo>
                <a:lnTo>
                  <a:pt x="0" y="1447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1445" y="1749756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990" y="4312414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749756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312414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43665" y="619652"/>
            <a:ext cx="3404670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Ethyl Acetate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4481" y="241089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C₄H₈O₂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1961" y="4999179"/>
            <a:ext cx="3644225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CH₃COOCH₂CH₃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6243" y="309715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8731" y="6615974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035" y="173355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36454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0888" y="173355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36454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76416" y="4935294"/>
            <a:ext cx="1296526" cy="1484181"/>
          </a:xfrm>
          <a:custGeom>
            <a:avLst/>
            <a:gdLst/>
            <a:ahLst/>
            <a:cxnLst/>
            <a:rect r="r" b="b" t="t" l="l"/>
            <a:pathLst>
              <a:path h="1484181" w="1296526">
                <a:moveTo>
                  <a:pt x="0" y="0"/>
                </a:moveTo>
                <a:lnTo>
                  <a:pt x="1296525" y="0"/>
                </a:lnTo>
                <a:lnTo>
                  <a:pt x="1296525" y="1484180"/>
                </a:lnTo>
                <a:lnTo>
                  <a:pt x="0" y="14841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33297" y="2281317"/>
            <a:ext cx="1565486" cy="1574804"/>
          </a:xfrm>
          <a:custGeom>
            <a:avLst/>
            <a:gdLst/>
            <a:ahLst/>
            <a:cxnLst/>
            <a:rect r="r" b="b" t="t" l="l"/>
            <a:pathLst>
              <a:path h="1574804" w="1565486">
                <a:moveTo>
                  <a:pt x="0" y="0"/>
                </a:moveTo>
                <a:lnTo>
                  <a:pt x="1565486" y="0"/>
                </a:lnTo>
                <a:lnTo>
                  <a:pt x="1565486" y="1574805"/>
                </a:lnTo>
                <a:lnTo>
                  <a:pt x="0" y="1574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2807" y="1891186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990" y="4501469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36660" y="1891186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501469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52172" y="507984"/>
            <a:ext cx="3187657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Cyclohexane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5843" y="255232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C₆H₁₂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1961" y="5188234"/>
            <a:ext cx="3644225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(CH₂)₆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6243" y="309715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5673" y="6738354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035" y="162119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23313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0888" y="162119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23313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54630" y="4901448"/>
            <a:ext cx="1879997" cy="1503998"/>
          </a:xfrm>
          <a:custGeom>
            <a:avLst/>
            <a:gdLst/>
            <a:ahLst/>
            <a:cxnLst/>
            <a:rect r="r" b="b" t="t" l="l"/>
            <a:pathLst>
              <a:path h="1503998" w="1879997">
                <a:moveTo>
                  <a:pt x="0" y="0"/>
                </a:moveTo>
                <a:lnTo>
                  <a:pt x="1879997" y="0"/>
                </a:lnTo>
                <a:lnTo>
                  <a:pt x="1879997" y="1503997"/>
                </a:lnTo>
                <a:lnTo>
                  <a:pt x="0" y="1503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97798" y="2104869"/>
            <a:ext cx="1702981" cy="1702981"/>
          </a:xfrm>
          <a:custGeom>
            <a:avLst/>
            <a:gdLst/>
            <a:ahLst/>
            <a:cxnLst/>
            <a:rect r="r" b="b" t="t" l="l"/>
            <a:pathLst>
              <a:path h="1702981" w="1702981">
                <a:moveTo>
                  <a:pt x="0" y="0"/>
                </a:moveTo>
                <a:lnTo>
                  <a:pt x="1702981" y="0"/>
                </a:lnTo>
                <a:lnTo>
                  <a:pt x="1702981" y="1702980"/>
                </a:lnTo>
                <a:lnTo>
                  <a:pt x="0" y="170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2807" y="1778825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990" y="4370059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36660" y="1778825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370059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46009" y="507984"/>
            <a:ext cx="3599983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Cyclohexanone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5843" y="243996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C₆H₁₀O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1961" y="5033845"/>
            <a:ext cx="3644225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(CH₂)₅C=O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1891" y="309715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07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8731" y="6709144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6448" y="289826"/>
            <a:ext cx="4252051" cy="1063013"/>
          </a:xfrm>
          <a:custGeom>
            <a:avLst/>
            <a:gdLst/>
            <a:ahLst/>
            <a:cxnLst/>
            <a:rect r="r" b="b" t="t" l="l"/>
            <a:pathLst>
              <a:path h="1063013" w="4252051">
                <a:moveTo>
                  <a:pt x="0" y="0"/>
                </a:moveTo>
                <a:lnTo>
                  <a:pt x="4252051" y="0"/>
                </a:lnTo>
                <a:lnTo>
                  <a:pt x="4252051" y="1063012"/>
                </a:lnTo>
                <a:lnTo>
                  <a:pt x="0" y="1063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713975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21568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713975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21568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38960" y="4697110"/>
            <a:ext cx="2637934" cy="1573504"/>
          </a:xfrm>
          <a:custGeom>
            <a:avLst/>
            <a:gdLst/>
            <a:ahLst/>
            <a:cxnLst/>
            <a:rect r="r" b="b" t="t" l="l"/>
            <a:pathLst>
              <a:path h="1573504" w="2637934">
                <a:moveTo>
                  <a:pt x="0" y="0"/>
                </a:moveTo>
                <a:lnTo>
                  <a:pt x="2637934" y="0"/>
                </a:lnTo>
                <a:lnTo>
                  <a:pt x="2637934" y="1573504"/>
                </a:lnTo>
                <a:lnTo>
                  <a:pt x="0" y="1573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13747" y="2217133"/>
            <a:ext cx="2688359" cy="1629587"/>
          </a:xfrm>
          <a:custGeom>
            <a:avLst/>
            <a:gdLst/>
            <a:ahLst/>
            <a:cxnLst/>
            <a:rect r="r" b="b" t="t" l="l"/>
            <a:pathLst>
              <a:path h="1629587" w="2688359">
                <a:moveTo>
                  <a:pt x="0" y="0"/>
                </a:moveTo>
                <a:lnTo>
                  <a:pt x="2688359" y="0"/>
                </a:lnTo>
                <a:lnTo>
                  <a:pt x="2688359" y="1629588"/>
                </a:lnTo>
                <a:lnTo>
                  <a:pt x="0" y="16295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1445" y="1871608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990" y="4352609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871608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352609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50696" y="468828"/>
            <a:ext cx="3990608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Acetaminophen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4481" y="2532747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C₈H₉NO₂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817" y="5039374"/>
            <a:ext cx="3960512" cy="59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26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CH₃CONHC₆H₄OH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1891" y="231792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08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8731" y="6717386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73355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2615" y="423119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73355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36469" y="4231191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36444" y="4752356"/>
            <a:ext cx="1876849" cy="1533769"/>
          </a:xfrm>
          <a:custGeom>
            <a:avLst/>
            <a:gdLst/>
            <a:ahLst/>
            <a:cxnLst/>
            <a:rect r="r" b="b" t="t" l="l"/>
            <a:pathLst>
              <a:path h="1533769" w="1876849">
                <a:moveTo>
                  <a:pt x="0" y="0"/>
                </a:moveTo>
                <a:lnTo>
                  <a:pt x="1876849" y="0"/>
                </a:lnTo>
                <a:lnTo>
                  <a:pt x="1876849" y="1533768"/>
                </a:lnTo>
                <a:lnTo>
                  <a:pt x="0" y="1533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32058" y="2197709"/>
            <a:ext cx="1981263" cy="1666411"/>
          </a:xfrm>
          <a:custGeom>
            <a:avLst/>
            <a:gdLst/>
            <a:ahLst/>
            <a:cxnLst/>
            <a:rect r="r" b="b" t="t" l="l"/>
            <a:pathLst>
              <a:path h="1666411" w="1981263">
                <a:moveTo>
                  <a:pt x="0" y="0"/>
                </a:moveTo>
                <a:lnTo>
                  <a:pt x="1981263" y="0"/>
                </a:lnTo>
                <a:lnTo>
                  <a:pt x="1981263" y="1666411"/>
                </a:lnTo>
                <a:lnTo>
                  <a:pt x="0" y="16664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1445" y="1891186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932" y="4368119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891186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2240" y="4368119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6408" y="507984"/>
            <a:ext cx="2059185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Aspirin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4481" y="2552325"/>
            <a:ext cx="205918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C₉H₈O₄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346" y="5054884"/>
            <a:ext cx="4041339" cy="56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  <a:spcBef>
                <a:spcPct val="0"/>
              </a:spcBef>
            </a:pPr>
            <a:r>
              <a:rPr lang="en-US" sz="3072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CH₃COOC₆H₄COOH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1891" y="275626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09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8731" y="6728829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23" y="426380"/>
            <a:ext cx="3843554" cy="960889"/>
          </a:xfrm>
          <a:custGeom>
            <a:avLst/>
            <a:gdLst/>
            <a:ahLst/>
            <a:cxnLst/>
            <a:rect r="r" b="b" t="t" l="l"/>
            <a:pathLst>
              <a:path h="960889" w="3843554">
                <a:moveTo>
                  <a:pt x="0" y="0"/>
                </a:moveTo>
                <a:lnTo>
                  <a:pt x="3843554" y="0"/>
                </a:lnTo>
                <a:lnTo>
                  <a:pt x="3843554" y="960888"/>
                </a:lnTo>
                <a:lnTo>
                  <a:pt x="0" y="96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673" y="173355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673" y="4244676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9527" y="1733553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19527" y="4244676"/>
            <a:ext cx="4276800" cy="2288088"/>
          </a:xfrm>
          <a:custGeom>
            <a:avLst/>
            <a:gdLst/>
            <a:ahLst/>
            <a:cxnLst/>
            <a:rect r="r" b="b" t="t" l="l"/>
            <a:pathLst>
              <a:path h="2288088" w="4276800">
                <a:moveTo>
                  <a:pt x="0" y="0"/>
                </a:moveTo>
                <a:lnTo>
                  <a:pt x="4276800" y="0"/>
                </a:lnTo>
                <a:lnTo>
                  <a:pt x="4276800" y="2288088"/>
                </a:lnTo>
                <a:lnTo>
                  <a:pt x="0" y="228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8374" y="4687369"/>
            <a:ext cx="1679105" cy="1631403"/>
          </a:xfrm>
          <a:custGeom>
            <a:avLst/>
            <a:gdLst/>
            <a:ahLst/>
            <a:cxnLst/>
            <a:rect r="r" b="b" t="t" l="l"/>
            <a:pathLst>
              <a:path h="1631403" w="1679105">
                <a:moveTo>
                  <a:pt x="0" y="0"/>
                </a:moveTo>
                <a:lnTo>
                  <a:pt x="1679105" y="0"/>
                </a:lnTo>
                <a:lnTo>
                  <a:pt x="1679105" y="1631403"/>
                </a:lnTo>
                <a:lnTo>
                  <a:pt x="0" y="1631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11051" y="2232374"/>
            <a:ext cx="1893751" cy="1672690"/>
          </a:xfrm>
          <a:custGeom>
            <a:avLst/>
            <a:gdLst/>
            <a:ahLst/>
            <a:cxnLst/>
            <a:rect r="r" b="b" t="t" l="l"/>
            <a:pathLst>
              <a:path h="1672690" w="1893751">
                <a:moveTo>
                  <a:pt x="0" y="0"/>
                </a:moveTo>
                <a:lnTo>
                  <a:pt x="1893751" y="0"/>
                </a:lnTo>
                <a:lnTo>
                  <a:pt x="1893751" y="1672691"/>
                </a:lnTo>
                <a:lnTo>
                  <a:pt x="0" y="1672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1445" y="1891186"/>
            <a:ext cx="2425256" cy="29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MoleculaR formula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990" y="4381604"/>
            <a:ext cx="412216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Cristik"/>
                <a:ea typeface="Cristik"/>
                <a:cs typeface="Cristik"/>
                <a:sym typeface="Cristik"/>
              </a:rPr>
              <a:t>condensed structural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5298" y="1891186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94466"/>
                </a:solidFill>
                <a:latin typeface="Cristik"/>
                <a:ea typeface="Cristik"/>
                <a:cs typeface="Cristik"/>
                <a:sym typeface="Cristik"/>
              </a:rPr>
              <a:t>lewis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5298" y="4381604"/>
            <a:ext cx="2425256" cy="3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Cristik"/>
                <a:ea typeface="Cristik"/>
                <a:cs typeface="Cristik"/>
                <a:sym typeface="Cristik"/>
              </a:rPr>
              <a:t>Bond-line formula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6408" y="507984"/>
            <a:ext cx="2059185" cy="4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Caffeine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791" y="2572395"/>
            <a:ext cx="2620565" cy="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81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C₈H₁₀N₄O₂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3438" y="5087419"/>
            <a:ext cx="4481272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  <a:spcBef>
                <a:spcPct val="0"/>
              </a:spcBef>
            </a:pPr>
            <a:r>
              <a:rPr lang="en-US" sz="3406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Brick Sans"/>
                <a:ea typeface="Brick Sans"/>
                <a:cs typeface="Brick Sans"/>
                <a:sym typeface="Brick Sans"/>
              </a:rPr>
              <a:t>(CH₃)₃C₅HN₄O₂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07540" y="198047"/>
            <a:ext cx="1782387" cy="1194218"/>
            <a:chOff x="0" y="0"/>
            <a:chExt cx="2376516" cy="15922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92113" y="0"/>
              <a:ext cx="1592291" cy="1592291"/>
            </a:xfrm>
            <a:custGeom>
              <a:avLst/>
              <a:gdLst/>
              <a:ahLst/>
              <a:cxnLst/>
              <a:rect r="r" b="b" t="t" l="l"/>
              <a:pathLst>
                <a:path h="1592291" w="1592291">
                  <a:moveTo>
                    <a:pt x="0" y="0"/>
                  </a:moveTo>
                  <a:lnTo>
                    <a:pt x="1592290" y="0"/>
                  </a:lnTo>
                  <a:lnTo>
                    <a:pt x="1592290" y="1592291"/>
                  </a:lnTo>
                  <a:lnTo>
                    <a:pt x="0" y="159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43964"/>
              <a:ext cx="2376516" cy="98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7"/>
                </a:lnSpc>
                <a:spcBef>
                  <a:spcPct val="0"/>
                </a:spcBef>
              </a:pPr>
              <a:r>
                <a:rPr lang="en-US" sz="4241">
                  <a:solidFill>
                    <a:srgbClr val="0097B2"/>
                  </a:solidFill>
                  <a:latin typeface="Brick Sans"/>
                  <a:ea typeface="Brick Sans"/>
                  <a:cs typeface="Brick Sans"/>
                  <a:sym typeface="Brick Sans"/>
                </a:rPr>
                <a:t>10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8731" y="6751839"/>
            <a:ext cx="9534537" cy="715284"/>
            <a:chOff x="0" y="0"/>
            <a:chExt cx="12712717" cy="9537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32790" y="141607"/>
              <a:ext cx="2388251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ATOM COUNT : ✓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448934" y="0"/>
              <a:ext cx="3808368" cy="952092"/>
            </a:xfrm>
            <a:custGeom>
              <a:avLst/>
              <a:gdLst/>
              <a:ahLst/>
              <a:cxnLst/>
              <a:rect r="r" b="b" t="t" l="l"/>
              <a:pathLst>
                <a:path h="952092" w="3808368">
                  <a:moveTo>
                    <a:pt x="0" y="0"/>
                  </a:moveTo>
                  <a:lnTo>
                    <a:pt x="3808368" y="0"/>
                  </a:lnTo>
                  <a:lnTo>
                    <a:pt x="3808368" y="952092"/>
                  </a:lnTo>
                  <a:lnTo>
                    <a:pt x="0" y="9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5390863" y="177252"/>
              <a:ext cx="1924510" cy="42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7"/>
                </a:lnSpc>
                <a:spcBef>
                  <a:spcPct val="0"/>
                </a:spcBef>
              </a:pPr>
              <a:r>
                <a:rPr lang="en-US" sz="1819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VALENCE : ✓ 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8897868" y="0"/>
              <a:ext cx="3814849" cy="953712"/>
            </a:xfrm>
            <a:custGeom>
              <a:avLst/>
              <a:gdLst/>
              <a:ahLst/>
              <a:cxnLst/>
              <a:rect r="r" b="b" t="t" l="l"/>
              <a:pathLst>
                <a:path h="953712" w="3814849">
                  <a:moveTo>
                    <a:pt x="0" y="0"/>
                  </a:moveTo>
                  <a:lnTo>
                    <a:pt x="3814849" y="0"/>
                  </a:lnTo>
                  <a:lnTo>
                    <a:pt x="3814849" y="953712"/>
                  </a:lnTo>
                  <a:lnTo>
                    <a:pt x="0" y="95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182031" y="104328"/>
              <a:ext cx="3530685" cy="42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  <a:spcBef>
                  <a:spcPct val="0"/>
                </a:spcBef>
              </a:pPr>
              <a:r>
                <a:rPr lang="en-US" sz="1821">
                  <a:solidFill>
                    <a:srgbClr val="094466"/>
                  </a:solidFill>
                  <a:latin typeface="Cristik"/>
                  <a:ea typeface="Cristik"/>
                  <a:cs typeface="Cristik"/>
                  <a:sym typeface="Cristik"/>
                </a:rPr>
                <a:t>SAME CONNECTIVITY : ✓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DAHXn5Xbki0</dc:identifier>
  <dcterms:modified xsi:type="dcterms:W3CDTF">2011-08-01T06:04:30Z</dcterms:modified>
  <cp:revision>1</cp:revision>
  <dc:title>Your paragraph text</dc:title>
</cp:coreProperties>
</file>